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a5f9fc319f4cd2" /><Relationship Type="http://schemas.openxmlformats.org/officeDocument/2006/relationships/extended-properties" Target="/docProps/app.xml" Id="Ra3e0ceb440ca4423" /><Relationship Type="http://schemas.openxmlformats.org/officeDocument/2006/relationships/officeDocument" Target="/ppt/presentation.xml" Id="R7552b8f44a5c4d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662e31e944cd7"/>
  </p:sldMasterIdLst>
  <p:notesMasterIdLst>
    <p:notesMasterId xmlns:r="http://schemas.openxmlformats.org/officeDocument/2006/relationships" r:id="R3daed30bcec044ae"/>
  </p:notesMasterIdLst>
  <p:sldIdLst>
    <p:sldId xmlns:r="http://schemas.openxmlformats.org/officeDocument/2006/relationships" id="256" r:id="R65205edaf9b24f0b"/>
    <p:sldId xmlns:r="http://schemas.openxmlformats.org/officeDocument/2006/relationships" id="257" r:id="R0ef40d3bae2345be"/>
    <p:sldId xmlns:r="http://schemas.openxmlformats.org/officeDocument/2006/relationships" id="258" r:id="R60bab806bbf246a1"/>
    <p:sldId xmlns:r="http://schemas.openxmlformats.org/officeDocument/2006/relationships" id="259" r:id="R8e9d50328ed04543"/>
    <p:sldId xmlns:r="http://schemas.openxmlformats.org/officeDocument/2006/relationships" id="260" r:id="R36f8b25f08514dba"/>
    <p:sldId xmlns:r="http://schemas.openxmlformats.org/officeDocument/2006/relationships" id="261" r:id="Reafc81c1326245bf"/>
    <p:sldId xmlns:r="http://schemas.openxmlformats.org/officeDocument/2006/relationships" id="262" r:id="R05003912e7f54d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4b7b425e734cde" /><Relationship Type="http://schemas.openxmlformats.org/officeDocument/2006/relationships/slideMaster" Target="/ppt/slideMasters/slideMaster1.xml" Id="R599662e31e944cd7" /><Relationship Type="http://schemas.openxmlformats.org/officeDocument/2006/relationships/notesMaster" Target="/ppt/notesMasters/notesMaster1.xml" Id="R3daed30bcec044ae" /><Relationship Type="http://schemas.openxmlformats.org/officeDocument/2006/relationships/presProps" Target="/ppt/presProps.xml" Id="R7ffe93c63407403e" /><Relationship Type="http://schemas.openxmlformats.org/officeDocument/2006/relationships/tableStyles" Target="/ppt/tableStyles.xml" Id="Rbfc569af92594ad5" /><Relationship Type="http://schemas.openxmlformats.org/officeDocument/2006/relationships/slide" Target="/ppt/slides/slide1.xml" Id="R65205edaf9b24f0b" /><Relationship Type="http://schemas.openxmlformats.org/officeDocument/2006/relationships/slide" Target="/ppt/slides/slide2.xml" Id="R0ef40d3bae2345be" /><Relationship Type="http://schemas.openxmlformats.org/officeDocument/2006/relationships/slide" Target="/ppt/slides/slide3.xml" Id="R60bab806bbf246a1" /><Relationship Type="http://schemas.openxmlformats.org/officeDocument/2006/relationships/slide" Target="/ppt/slides/slide4.xml" Id="R8e9d50328ed04543" /><Relationship Type="http://schemas.openxmlformats.org/officeDocument/2006/relationships/slide" Target="/ppt/slides/slide5.xml" Id="R36f8b25f08514dba" /><Relationship Type="http://schemas.openxmlformats.org/officeDocument/2006/relationships/slide" Target="/ppt/slides/slide6.xml" Id="Reafc81c1326245bf" /><Relationship Type="http://schemas.openxmlformats.org/officeDocument/2006/relationships/slide" Target="/ppt/slides/slide7.xml" Id="R05003912e7f54d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55dad4f41b42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a7221468b5480c" /><Relationship Type="http://schemas.openxmlformats.org/officeDocument/2006/relationships/notesMaster" Target="/ppt/notesMasters/notesMaster1.xml" Id="R4d8f1ee632b54c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ed880b08864f24" /><Relationship Type="http://schemas.openxmlformats.org/officeDocument/2006/relationships/notesMaster" Target="/ppt/notesMasters/notesMaster1.xml" Id="R8cf2c916ba1f4f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c98c1d1f1a4589" /><Relationship Type="http://schemas.openxmlformats.org/officeDocument/2006/relationships/notesMaster" Target="/ppt/notesMasters/notesMaster1.xml" Id="R6817ec00aeba43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133c18f90b45d2" /><Relationship Type="http://schemas.openxmlformats.org/officeDocument/2006/relationships/notesMaster" Target="/ppt/notesMasters/notesMaster1.xml" Id="Ra1b5c9603d1b43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5e6ee8e4374da4" /><Relationship Type="http://schemas.openxmlformats.org/officeDocument/2006/relationships/notesMaster" Target="/ppt/notesMasters/notesMaster1.xml" Id="Rf7fbe7af9b3e42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5aa6d5139e448d" /><Relationship Type="http://schemas.openxmlformats.org/officeDocument/2006/relationships/notesMaster" Target="/ppt/notesMasters/notesMaster1.xml" Id="R6e4bee652fcd47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204d5d3abd4ab5" /><Relationship Type="http://schemas.openxmlformats.org/officeDocument/2006/relationships/notesMaster" Target="/ppt/notesMasters/notesMaster1.xml" Id="R33e5ff48be4b45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Disusun berdasarkan demo_mp.ipynb dan panduan mp1.pdf. Visual pelabuhan digunakan sebagai ilustrasi perdagangan internasional.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Rujukan isi wajib slide pada mp1.pdf bagian 4 poin 1. Parameter bersumber dari demo_mp.ipynb, cell pengujian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Rujukan kode: demo_mp.ipynb cell 5. Ketentuan penyimpanan API key: mp1.pdf bagian 2.1 dan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Rujukan kode: demo_mp.ipynb cell 8. Rujukan rubrik OOP: mp1.pdf bagian 2.3 dan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Rujukan kode: demo_mp.ipynb cell 15 dan quality gate cell 16. Ketentuan cleaning dan minimal dua function: mp1.pdf bagian 2.4.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Cuplikan data direproduksi dari parameter yang sama dan logika cleaning pada demo_mp.ipynb. Hasil: 500 baris respons, 87 duplikat Tahun + Kode HS, dan 413 baris akhir. Angka dapat berubah jika UN Comtrade memperbarui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Kelengkapan dibandingkan dengan mp1.pdf bagian 3, 4, dan rubrik bagian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956c24fb644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3906acb38f4a1b" /><Relationship Type="http://schemas.openxmlformats.org/officeDocument/2006/relationships/slideLayout" Target="/ppt/slideLayouts/slideLayout1.xml" Id="Rc4f967e170c9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f967e170c9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e63625cb74ece" /><Relationship Type="http://schemas.openxmlformats.org/officeDocument/2006/relationships/image" Target="/ppt/media/image.jpeg" Id="R3fa0e38a8a694800" /><Relationship Type="http://schemas.openxmlformats.org/officeDocument/2006/relationships/notesSlide" Target="/ppt/notesSlides/notesSlide1.xml" Id="Rd872f961335b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1d27871184842" /><Relationship Type="http://schemas.openxmlformats.org/officeDocument/2006/relationships/notesSlide" Target="/ppt/notesSlides/notesSlide2.xml" Id="R3dcef5eb4349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8f4e516af450d" /><Relationship Type="http://schemas.openxmlformats.org/officeDocument/2006/relationships/notesSlide" Target="/ppt/notesSlides/notesSlide3.xml" Id="Rf9c5b17cb1c842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18d8b32fa43ed" /><Relationship Type="http://schemas.openxmlformats.org/officeDocument/2006/relationships/notesSlide" Target="/ppt/notesSlides/notesSlide4.xml" Id="Ra89fe62a84d1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6a1e870fc4049" /><Relationship Type="http://schemas.openxmlformats.org/officeDocument/2006/relationships/notesSlide" Target="/ppt/notesSlides/notesSlide5.xml" Id="Rc9ab1d552cf441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81983784b4ecc" /><Relationship Type="http://schemas.openxmlformats.org/officeDocument/2006/relationships/image" Target="/ppt/media/image.png" Id="R86ed14528897430e" /><Relationship Type="http://schemas.openxmlformats.org/officeDocument/2006/relationships/notesSlide" Target="/ppt/notesSlides/notesSlide6.xml" Id="R56814ef830cb4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6f5f9f5f6404b" /><Relationship Type="http://schemas.openxmlformats.org/officeDocument/2006/relationships/notesSlide" Target="/ppt/notesSlides/notesSlide7.xml" Id="R30155a1f94c34f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0e38a8a694800"/>
          <a:srcRect xmlns:a="http://schemas.openxmlformats.org/drawingml/2006/main" l="23171" t="0" r="231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0E58A-B35C-4FA6-82A2-5B8E1D82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66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2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4B26D-5408-4A65-8FB7-F9C1F1A4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MINI PROJECT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A4FEE-128C-499C-957C-36AC9547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5143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Pengambilan dan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Pembersihan Data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Lewat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286C6-13C1-4498-9EAF-781CF322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7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7E4"/>
                </a:solidFill>
                <a:latin typeface="Aptos"/>
                <a:ea typeface="Aptos"/>
                <a:cs typeface="Aptos"/>
              </a:rPr>
              <a:t>Data impor Indonesia dari China menggunakan UN Comtrade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7039D-100B-4B4F-9282-D5C61F6E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Engineering / Workflow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E5E37-7C14-43DB-BA22-5CF45387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A6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A6A1"/>
                </a:solidFill>
                <a:latin typeface="Aptos"/>
                <a:ea typeface="Aptos"/>
                <a:cs typeface="Aptos"/>
              </a:rPr>
              <a:t>JAYYID TAMAM</a:t>
            </a:r>
          </a:p>
        </p:txBody>
      </p:sp>
    </p:spTree>
    <p:extLst>
      <p:ext uri="{BB962C8B-B14F-4D97-AF65-F5344CB8AC3E}">
        <p14:creationId xmlns:p14="http://schemas.microsoft.com/office/powerpoint/2010/main" val="2081395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E92FB-9FF5-4DD2-B16C-F0BB132F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E864B-7466-48E2-A98D-BBD642C1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API yang digunakan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25E67-5139-4901-B8A1-E57F363F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Satu sumber data publik sesuai ketentuan Mini Project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27D10-4BA1-486D-817A-671954F3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36AFA-079B-4D8D-8997-A616FA36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UN Comtrade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9E570-D90A-4FAA-96F6-10FE8A89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Sumber statistik perdagangan internasional yang menyediakan kode negara, arus perdagangan, periode, klasifikasi HS, berat, dan nilai transaksi.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BBDEC-7569-46FD-8DB6-1D61151D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Alasan memilih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816DA-792F-4576-B168-D19E16DC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08B9F-196B-4DB8-A9F5-9F19488C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0985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0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B4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B42"/>
                </a:solidFill>
                <a:latin typeface="Aptos"/>
                <a:ea typeface="Aptos"/>
                <a:cs typeface="Aptos"/>
              </a:rPr>
              <a:t>Topik sesuai: barang yang diimpor Indonesia dari China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067C3-131C-411B-B79E-F04146CC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623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8B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1E6A8-51E5-4966-8319-79BFC85B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5755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B4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B42"/>
                </a:solidFill>
                <a:latin typeface="Aptos"/>
                <a:ea typeface="Aptos"/>
                <a:cs typeface="Aptos"/>
              </a:rPr>
              <a:t>Parameter negara dan komoditas tersedia secara terstruktur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18BBD-CFB5-4137-8B08-D830A47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0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441B1-D0CC-4FB2-8994-7E023832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B4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B42"/>
                </a:solidFill>
                <a:latin typeface="Aptos"/>
                <a:ea typeface="Aptos"/>
                <a:cs typeface="Aptos"/>
              </a:rPr>
              <a:t>Respons JSON mudah diubah menjadi DataFrame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05D7A-AAC4-4193-8DB0-9BE25E4E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8B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DB613-DCBA-4D44-A882-74208A70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B4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B42"/>
                </a:solidFill>
                <a:latin typeface="Aptos"/>
                <a:ea typeface="Aptos"/>
                <a:cs typeface="Aptos"/>
              </a:rPr>
              <a:t>Subscription key memenuhi latihan autentikasi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93658-1D9A-4D23-8CAE-5C7FB318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76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59F06-4250-458E-AC47-026FE286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054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D9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5D96"/>
                </a:solidFill>
                <a:latin typeface="Aptos"/>
                <a:ea typeface="Aptos"/>
                <a:cs typeface="Aptos"/>
              </a:rPr>
              <a:t>Scope: Indonesia (360), China (156), Import (M), tahun 2024, HS 6 digit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18B75-C693-461B-A649-D891F4E6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PPKD Disnaker DKI Jakarta x Hacktiv8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2DDCA-3DA5-40DF-8ED7-50B49472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934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1D673-AE8D-4FFC-8B88-24A456AA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86123-024D-488F-8AE2-6C897707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Endpoint dan parameter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B7057-9315-442F-AB00-257CFEE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Cuplikan kode menunjukkan bagaimana dataset dipilih sebelum respons diproses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15953-C4A6-4F5C-855E-E36E1B95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9C604-C037-40D2-B465-36E0C7DF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72390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A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4A873-8C28-4BE4-996E-6B5CEBE2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6572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ALAMAT_API = "https://comtradeapi.un.org/data/v1/get/C/A/HS"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parameter_uji = {</a:t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    "reporterCode": "360",</a:t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    "partnerCode": "156",</a:t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    "flowCode": "M",</a:t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    "period": "2024",</a:t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    "cmdCode": "AG6",</a:t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    "maxRecords": 5,</a:t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    "subscription-key": API_KEY,</a:t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F0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0F7"/>
                </a:solidFill>
                <a:latin typeface="Aptos"/>
                <a:ea typeface="Aptos"/>
                <a:cs typeface="Aptos"/>
              </a:rPr>
              <a:t>response_uji = requests.get(ALAMAT_API, params=parameter_uji, timeout=60)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6C6D8-2C5A-4AED-9304-AFF33EE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Makna parameter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8EF16-09C3-45CF-B786-B09FA81E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098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A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A6A1"/>
                </a:solidFill>
                <a:latin typeface="Aptos"/>
                <a:ea typeface="Aptos"/>
                <a:cs typeface="Aptos"/>
              </a:rPr>
              <a:t>360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12AF7-69D1-41F2-872D-F8B2970A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098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B4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B42"/>
                </a:solidFill>
                <a:latin typeface="Aptos"/>
                <a:ea typeface="Aptos"/>
                <a:cs typeface="Aptos"/>
              </a:rPr>
              <a:t>Indonesia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11BED-3FDC-46EF-BFC2-3AA12EBE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7ABBF-E886-46C5-8FC9-6021F10E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A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A6A1"/>
                </a:solidFill>
                <a:latin typeface="Aptos"/>
                <a:ea typeface="Aptos"/>
                <a:cs typeface="Aptos"/>
              </a:rPr>
              <a:t>156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7398F-DE8C-486A-B950-D850ECA7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908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B4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B42"/>
                </a:solidFill>
                <a:latin typeface="Aptos"/>
                <a:ea typeface="Aptos"/>
                <a:cs typeface="Aptos"/>
              </a:rPr>
              <a:t>China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D55C2-F2A6-41E9-8494-7D1CFDCC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99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B0F83-25C8-4BBA-8B31-E2F9FCE5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719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A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A6A1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41F4C-5348-49C4-9765-25743894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71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B4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B42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56B8C-8755-4D56-A854-CCE89B8A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910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EA301-D74C-4497-8171-F19E8CFD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5292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A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A6A1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6FC9E-E90E-4FAC-86AA-3A71DD61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529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B4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B42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BFAB3-D103-4AC6-A8FB-F5387485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720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68D2D-7F4B-40C7-A15C-20C3C288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339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A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A6A1"/>
                </a:solidFill>
                <a:latin typeface="Aptos"/>
                <a:ea typeface="Aptos"/>
                <a:cs typeface="Aptos"/>
              </a:rPr>
              <a:t>AG6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8FE1A-A720-45C1-B34E-75BF7868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339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B4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B42"/>
                </a:solidFill>
                <a:latin typeface="Aptos"/>
                <a:ea typeface="Aptos"/>
                <a:cs typeface="Aptos"/>
              </a:rPr>
              <a:t>HS 6 digit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A1436-3618-4C49-9FFC-5243F34A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530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4B1CB-F48D-44BD-B268-2AFD3190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6197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66F"/>
                </a:solidFill>
                <a:latin typeface="Aptos"/>
                <a:ea typeface="Aptos"/>
                <a:cs typeface="Aptos"/>
              </a:rPr>
              <a:t>API key dibaca dari file .env dan tidak ditulis langsung di notebook.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74888-8C8B-4D6B-8D1D-A10A332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PPKD Disnaker DKI Jakarta x Hacktiv8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732D0A-0BA2-4A83-9648-21D4D071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0150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0F4EE-F7A3-4E9A-BB48-BF846BB4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B12BC-0050-4EFB-879D-DFC0EC31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Class KlienComtrade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7FE48-2DA0-4A22-9CE0-FEC34497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OOP memusatkan konfigurasi API dan menjaga proses tetap terkendali saat koneksi bermasalah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E25D8-26A0-4B9D-85A7-A502E1C0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B6EAF-5914-4D1E-96C1-5F6AC4F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429375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A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D2FB8-87C4-4C7C-8885-67539095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5953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class KlienComtrade: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def __init__(self, api_key, timeout=60, jumlah_retry=2):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self.api_key = api_key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self.timeout = timeout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self.jumlah_retry = jumlah_retry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self.alamat_api = ".../data/v1/get/C/A/HS"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def ambil_data_impor(self, tahun=2024, maksimum_record=500):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for percobaan in range(1, self.jumlah_retry + 2):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    try: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        response = requests.get(...)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        response.raise_for_status()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        return pd.DataFrame(hasil["data"])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    except (requests.RequestException, ValueError):</a:t>
            </a:r>
          </a:p>
          <a:p xmlns:a="http://schemas.openxmlformats.org/drawingml/2006/main">
            <a:pPr algn="l">
              <a:defRPr sz="1200" b="0">
                <a:solidFill>
                  <a:srgbClr val="E8F0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0F6"/>
                </a:solidFill>
                <a:latin typeface="Aptos"/>
                <a:ea typeface="Aptos"/>
                <a:cs typeface="Aptos"/>
              </a:rPr>
              <a:t>                time.sleep(2 * percobaan)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AE713-2E99-41CD-BF24-95B0B67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Atribut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DC562-87F0-468F-802E-9DA44806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3365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api_key</a:t>
            </a:r>
          </a:p>
          <a:p xmlns:a="http://schemas.openxmlformats.org/drawingml/2006/main">
            <a:pPr algn="l">
              <a:defRPr sz="150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timeout</a:t>
            </a:r>
          </a:p>
          <a:p xmlns:a="http://schemas.openxmlformats.org/drawingml/2006/main">
            <a:pPr algn="l">
              <a:defRPr sz="150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jumlah_retry</a:t>
            </a:r>
          </a:p>
          <a:p xmlns:a="http://schemas.openxmlformats.org/drawingml/2006/main">
            <a:pPr algn="l">
              <a:defRPr sz="150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alamat_api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29AE6-B55C-444B-8C1B-12FF9CB4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Method utama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D815F-9C1D-4208-8E0D-124C168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33650"/>
            <a:ext cx="190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ambil_data_impor()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Mengirim request dan mengembalikan DataFrame.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3D66B-63CC-4C00-A254-8075BA0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81500"/>
            <a:ext cx="3905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A6377-99FB-41FB-8391-04545373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52950"/>
            <a:ext cx="3486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5D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D96"/>
                </a:solidFill>
                <a:latin typeface="Aptos"/>
                <a:ea typeface="Aptos"/>
                <a:cs typeface="Aptos"/>
              </a:rPr>
              <a:t>try / except dan retry mencegah satu gangguan koneksi menghentikan seluruh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85D0F-9809-4CB3-8E46-71958691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PPKD Disnaker DKI Jakarta x Hacktiv8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F4B47-A07F-46FE-BA02-4E499D3D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18406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B2354-66CD-43E5-AD0B-8540C766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71B98-6A2B-4AA8-9CD8-A40BD670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Keputusan data cleaning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B915C-DE1B-4F2B-855E-D2DC3F96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Setiap tindakan memiliki alasan dan dibungkus dalam function yang dapat dipakai ulang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80071-22B8-4D99-B580-21B2920B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1EF75-F291-4555-BAFA-430DF8EE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A6A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A6A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DC366-BBAE-477C-BE53-49D2B4C7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38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Nilai kosong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09BF2-807D-471D-9270-9135FAC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38350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Berat, kuantitas, dan nilai impor diubah ke numerik. Nilai kosong diisi 0 karena ukuran tersebut tidak dilaporkan pada record terkait.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D6B37-A7FE-4003-971E-1F53FCF8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5923B-50B0-496A-9E30-B1C15F0F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87D2C-7D02-4180-9F9D-7BFF7B3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Identitas barang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57AE9-03A0-47A7-948E-DCFAD75E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Baris tanpa Kode HS atau Nama Barang dibuang karena tidak dapat diidentifikasi untuk analisis.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D7998-B799-432D-980C-EF97B4E0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CE8CD-13E2-442E-844E-1E168D4A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A6A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A6A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2C4C4-81E7-4BED-914D-220B650D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90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Data kembar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B962A-CD76-4932-95F2-148E4D42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90950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Duplikat Tahun + Kode HS dihapus agar satu komoditas tidak dihitung lebih dari sekali.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17546-F606-45FC-B70D-675CAE9C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3A535-3796-4DBE-879B-E40F8B75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E5604-CEDA-4363-B03F-5F6D36CD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Tipe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52401-EB15-4AAB-8F70-248339B1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67250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Tahun menjadi Int64, nilai perdagangan menjadi numerik, dan Kode HS tetap string enam digit.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3D039-D45E-4BD4-AC79-084DABCB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71562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A223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90DEBE-65CA-4919-94C0-52FA53F1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Function: bersihkan_teks()   ubah_numerik()   bersihkan_data_impor()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55C91-9FFB-479E-9FBB-63202427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PPKD Disnaker DKI Jakarta x Hacktiv8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27263-63D3-41D4-9A29-47117EBC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3649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BC9DD-7600-4033-9F34-2222461A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ADCA9-9A83-465F-96E3-A1A0488C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Dataset akhir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3D1DF-0CE9-4ACF-9E41-A710FC88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Cuplikan hasil setelah pemilihan kolom, konversi tipe, pengisian nilai kosong, dan penghapusan duplikat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5F31B-E52E-443A-BCA1-0C2BCDA1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d14528897430e"/>
          <a:stretch xmlns:a="http://schemas.openxmlformats.org/drawingml/2006/main"/>
        </p:blipFill>
        <p:spPr>
          <a:xfrm xmlns:a="http://schemas.openxmlformats.org/drawingml/2006/main">
            <a:off x="552450" y="2165449"/>
            <a:ext cx="8096250" cy="32891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54342-BB5C-42EA-A358-38ED4F4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Hasil quality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3C62E-5EEE-41FA-887C-9C2FE069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86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45B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2345B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A4BC9-2DD2-423B-ADCB-CDA36AD5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574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baris mentah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9DF8D-C740-4A8F-AEFE-842EA7B6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86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A6A1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7A6A1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9E405-6C57-4758-83B9-F24B0573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baris akhir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F1B05-4492-402C-BBAE-FCF0D915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86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87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456CD-7301-41C0-A1F0-41B74D3B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385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duplikat dibuang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9A7D0-7539-45E6-AC1D-DED65C83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624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86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866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6866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149E4-3ED5-4705-9B2A-8D651FB6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29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nilai kosong akhir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37227-C507-443A-8252-83329830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95875"/>
            <a:ext cx="2381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93AB7-2766-4CDC-A6DB-339FC360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911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D9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5D96"/>
                </a:solidFill>
                <a:latin typeface="Aptos"/>
                <a:ea typeface="Aptos"/>
                <a:cs typeface="Aptos"/>
              </a:rPr>
              <a:t>14 kolom tersimpan</a:t>
            </a:r>
          </a:p>
          <a:p xmlns:a="http://schemas.openxmlformats.org/drawingml/2006/main">
            <a:pPr algn="l">
              <a:defRPr sz="1275" b="1">
                <a:solidFill>
                  <a:srgbClr val="1E5D9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5D96"/>
                </a:solidFill>
                <a:latin typeface="Aptos"/>
                <a:ea typeface="Aptos"/>
                <a:cs typeface="Aptos"/>
              </a:rPr>
              <a:t>CSV UTF-8-SIG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580A2-4DCF-44F4-BA89-BD5277C3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PPKD Disnaker DKI Jakarta x Hacktiv8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FBF9F-E4AD-4768-B822-A38D8322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4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48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62251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4E672-98B2-429D-AB5E-2CAE6F40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C2A44-67F2-4447-A502-D70624FB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Kesimpulan dan kelengkapan tugas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CFD7D-6495-468B-8828-9CC918BB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D1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2D1DE"/>
                </a:solidFill>
                <a:latin typeface="Aptos"/>
                <a:ea typeface="Aptos"/>
                <a:cs typeface="Aptos"/>
              </a:rPr>
              <a:t>Implementasi memenuhi komponen yang dinilai dalam panduan Mini Project 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809625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</a:tblGrid>
              <a:tr h="5442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 panduan</a:t>
                      </a:r>
                    </a:p>
                  </a:txBody>
                  <a:tcPr marL="133350" marR="133350" marT="76200" marB="76200">
                    <a:solidFill>
                      <a:srgbClr val="1E5D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Implementasi pada notebook</a:t>
                      </a:r>
                    </a:p>
                  </a:txBody>
                  <a:tcPr marL="133350" marR="133350" marT="76200" marB="76200">
                    <a:solidFill>
                      <a:srgbClr val="1E5D96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Pengambilan API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UN Comtrade, parameter sesuai topik, retry tersedia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Struktur OOP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Class KlienComtrade dengan atribut dan method jelas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Function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Tiga function cleaning yang dapat digunakan ulang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 cleaning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Nilai kosong, duplikat, dan tipe data ditangani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Dataset akhir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413 baris, 14 kolom, disimpan sebagai CSV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Slide wajib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API, class, cuplikan dataset, dan alasan cleaning</a:t>
                      </a:r>
                    </a:p>
                  </a:txBody>
                  <a:tcPr marL="133350" marR="133350" marT="76200" marB="76200">
                    <a:solidFill>
                      <a:srgbClr val="102D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C040D-0980-4CFE-9B49-E6D14C59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8B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58B2A"/>
                </a:solidFill>
                <a:latin typeface="Aptos"/>
                <a:ea typeface="Aptos"/>
                <a:cs typeface="Aptos"/>
              </a:rPr>
              <a:t>Output pengumpulan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C5007-C56B-4FA5-811F-D32C051D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289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Notebook .ipynb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 .csv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.pptx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ABC29-AA2E-4434-B7E9-6F91F298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4340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58B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BE302-AFB7-4406-A11A-5190EE66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76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2239"/>
                </a:solidFill>
                <a:latin typeface="Aptos"/>
                <a:ea typeface="Aptos"/>
                <a:cs typeface="Aptos"/>
              </a:rPr>
              <a:t>API key tetap berada di file .env dan tidak disertakan saat pengumpulan.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A0E7F-8023-4A3D-A427-545AEA47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8BA"/>
                </a:solidFill>
                <a:latin typeface="Aptos"/>
                <a:ea typeface="Aptos"/>
                <a:cs typeface="Aptos"/>
              </a:rPr>
              <a:t>PPKD Disnaker DKI Jakarta x Hacktiv8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EC114-FBB6-4D66-AA87-3D68E8EE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1A8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8B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31945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2026-09-23T10:13:46.1880000Z</dcterms:created>
  <dcterms:modified xsi:type="dcterms:W3CDTF">2026-09-23T10:13:46.1880000Z</dcterms:modified>
</coreProperties>
</file>